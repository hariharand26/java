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2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2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2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"/>
          <p:cNvSpPr/>
          <p:nvPr/>
        </p:nvSpPr>
        <p:spPr>
          <a:xfrm>
            <a:off x="164592" y="0"/>
            <a:ext cx="8979300" cy="639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"/>
          <p:cNvSpPr/>
          <p:nvPr/>
        </p:nvSpPr>
        <p:spPr>
          <a:xfrm>
            <a:off x="164592" y="5079492"/>
            <a:ext cx="8979300" cy="63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"/>
          <p:cNvSpPr/>
          <p:nvPr/>
        </p:nvSpPr>
        <p:spPr>
          <a:xfrm>
            <a:off x="365760" y="164592"/>
            <a:ext cx="8412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KG College of Arts and Science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"/>
          <p:cNvSpPr/>
          <p:nvPr/>
        </p:nvSpPr>
        <p:spPr>
          <a:xfrm>
            <a:off x="365760" y="685800"/>
            <a:ext cx="8412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Salary Payroll Processing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"/>
          <p:cNvSpPr/>
          <p:nvPr/>
        </p:nvSpPr>
        <p:spPr>
          <a:xfrm>
            <a:off x="365760" y="1417320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&amp; Payslip Generation System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"/>
          <p:cNvSpPr/>
          <p:nvPr/>
        </p:nvSpPr>
        <p:spPr>
          <a:xfrm>
            <a:off x="365760" y="2212848"/>
            <a:ext cx="3200400" cy="456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"/>
          <p:cNvSpPr/>
          <p:nvPr/>
        </p:nvSpPr>
        <p:spPr>
          <a:xfrm>
            <a:off x="365760" y="2377440"/>
            <a:ext cx="6400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Java Capstone Project  |  April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"/>
          <p:cNvSpPr/>
          <p:nvPr/>
        </p:nvSpPr>
        <p:spPr>
          <a:xfrm>
            <a:off x="365760" y="2834640"/>
            <a:ext cx="4023300" cy="1371600"/>
          </a:xfrm>
          <a:prstGeom prst="rect">
            <a:avLst/>
          </a:prstGeom>
          <a:solidFill>
            <a:srgbClr val="13243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"/>
          <p:cNvSpPr/>
          <p:nvPr/>
        </p:nvSpPr>
        <p:spPr>
          <a:xfrm>
            <a:off x="502920" y="2926080"/>
            <a:ext cx="37491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Presented by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HARIHARAN D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Register No: </a:t>
            </a: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25BCS115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Guided by: </a:t>
            </a: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ARAVIND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"/>
          <p:cNvSpPr/>
          <p:nvPr/>
        </p:nvSpPr>
        <p:spPr>
          <a:xfrm>
            <a:off x="4846320" y="3017520"/>
            <a:ext cx="1051500" cy="1051500"/>
          </a:xfrm>
          <a:prstGeom prst="ellipse">
            <a:avLst/>
          </a:prstGeom>
          <a:solidFill>
            <a:srgbClr val="0D9488">
              <a:alpha val="80000"/>
            </a:srgbClr>
          </a:solidFill>
          <a:ln cap="flat" cmpd="sng" w="1905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"/>
          <p:cNvSpPr/>
          <p:nvPr/>
        </p:nvSpPr>
        <p:spPr>
          <a:xfrm>
            <a:off x="4846320" y="3364992"/>
            <a:ext cx="1051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 Java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"/>
          <p:cNvSpPr/>
          <p:nvPr/>
        </p:nvSpPr>
        <p:spPr>
          <a:xfrm>
            <a:off x="6080760" y="3017520"/>
            <a:ext cx="1051500" cy="1051500"/>
          </a:xfrm>
          <a:prstGeom prst="ellipse">
            <a:avLst/>
          </a:prstGeom>
          <a:solidFill>
            <a:srgbClr val="0D9488">
              <a:alpha val="80000"/>
            </a:srgbClr>
          </a:solidFill>
          <a:ln cap="flat" cmpd="sng" w="1905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"/>
          <p:cNvSpPr/>
          <p:nvPr/>
        </p:nvSpPr>
        <p:spPr>
          <a:xfrm>
            <a:off x="6080760" y="3364992"/>
            <a:ext cx="1051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OOP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315200" y="3017520"/>
            <a:ext cx="1051500" cy="1051500"/>
          </a:xfrm>
          <a:prstGeom prst="ellipse">
            <a:avLst/>
          </a:prstGeom>
          <a:solidFill>
            <a:srgbClr val="0D9488">
              <a:alpha val="80000"/>
            </a:srgbClr>
          </a:solidFill>
          <a:ln cap="flat" cmpd="sng" w="1905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7315200" y="3364992"/>
            <a:ext cx="1051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Console App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365760" y="4572000"/>
            <a:ext cx="8412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Semester I  |  Academic Year 2025–2026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0116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2697480"/>
            <a:ext cx="18288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34640" y="365760"/>
            <a:ext cx="5943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834640" y="365760"/>
            <a:ext cx="5029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36576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29000" y="43891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34640" y="914400"/>
            <a:ext cx="594360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834640" y="914400"/>
            <a:ext cx="5029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91440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98755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834640" y="1463040"/>
            <a:ext cx="5943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834640" y="1463040"/>
            <a:ext cx="5029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0" y="146304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153619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834640" y="2011680"/>
            <a:ext cx="594360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834640" y="2011680"/>
            <a:ext cx="5029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201168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29000" y="208483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Calculation Logic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834640" y="2560320"/>
            <a:ext cx="5943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834640" y="2560320"/>
            <a:ext cx="5029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34640" y="256032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29000" y="263347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&amp; Flowchart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834640" y="3108960"/>
            <a:ext cx="594360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834640" y="3108960"/>
            <a:ext cx="5029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34640" y="310896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29000" y="318211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Highlights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834640" y="3657600"/>
            <a:ext cx="5943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834640" y="3657600"/>
            <a:ext cx="5029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34640" y="365760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29000" y="373075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 Payslip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834640" y="4206240"/>
            <a:ext cx="594360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834640" y="4206240"/>
            <a:ext cx="5029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34640" y="420624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429000" y="427939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Introduction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41148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Payroll System?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3886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payroll system automates the process of calculating employee salaries, managing allowances and deductions, and generating payslips.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Java project simulates a real-world payroll system for an organization.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accepts employee data, computes salary components, and generates formatted payslips.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14400"/>
            <a:ext cx="42062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50876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47488" y="14813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payroll is error-prone and slow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03911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47488" y="20116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application of allowances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56946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7488" y="2542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standardized payslip formats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09981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47488" y="30723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for HR departments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63016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47488" y="36027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scale with more employees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Problem Statement &amp; Objectives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with Manual Payroll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114800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716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Calculation errors in salary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892808"/>
            <a:ext cx="4114800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385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Slow, time-consuming process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459736"/>
            <a:ext cx="4114800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0545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standard payslip format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026664"/>
            <a:ext cx="4114800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0723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Hard to manage multiple employees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593592"/>
            <a:ext cx="4114800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6393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Inconsistent deduction application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914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1325880"/>
            <a:ext cx="420624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3716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Automate salary computation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1892808"/>
            <a:ext cx="420624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9385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Apply standard HRA, DA, TA, PF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2459736"/>
            <a:ext cx="420624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50545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Generate structured payslips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3026664"/>
            <a:ext cx="420624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07238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Validate and handle bad inputs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3593592"/>
            <a:ext cx="420624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6393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Demonstrate OOP concepts in Java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System Modules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28346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9875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005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Management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508760"/>
            <a:ext cx="26151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Employee ID, Name, Department, Designation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91440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914400"/>
            <a:ext cx="283464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272" y="9875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03320" y="1005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Component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55848" y="1508760"/>
            <a:ext cx="26151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Basic Pay, HRA, DA, TA, Special Allowance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91440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914400"/>
            <a:ext cx="283464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9875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1005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Calculation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27648" y="1508760"/>
            <a:ext cx="26151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PF (12%), Professional Tax, Other deductions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26080"/>
            <a:ext cx="283464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9992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3017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Salary Computation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048" y="3520440"/>
            <a:ext cx="26151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Salary − Total Deductions = Net Salary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292608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2926080"/>
            <a:ext cx="283464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9272" y="29992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703320" y="3017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 Generation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55848" y="3520440"/>
            <a:ext cx="26151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and displays full employee payslip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292608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2926080"/>
            <a:ext cx="283464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91072" y="29992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75120" y="3017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Module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27648" y="3520440"/>
            <a:ext cx="26151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program termination after processing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Salary Calculation Logic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0233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4023360" cy="457200"/>
          </a:xfrm>
          <a:prstGeom prst="rect">
            <a:avLst/>
          </a:prstGeom>
          <a:solidFill>
            <a:srgbClr val="132438"/>
          </a:solidFill>
          <a:ln w="635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173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4173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(user input)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847088"/>
            <a:ext cx="402336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928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18928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of Basic Pay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322576"/>
            <a:ext cx="4023360" cy="457200"/>
          </a:xfrm>
          <a:prstGeom prst="rect">
            <a:avLst/>
          </a:prstGeom>
          <a:solidFill>
            <a:srgbClr val="132438"/>
          </a:solidFill>
          <a:ln w="635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36829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236829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of Basic Pay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798064"/>
            <a:ext cx="402336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8437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68880" y="284378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of Basic Pay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273552"/>
            <a:ext cx="4023360" cy="457200"/>
          </a:xfrm>
          <a:prstGeom prst="rect">
            <a:avLst/>
          </a:prstGeom>
          <a:solidFill>
            <a:srgbClr val="132438"/>
          </a:solidFill>
          <a:ln w="6350">
            <a:solidFill>
              <a:srgbClr val="1F4E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3192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Allowance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68880" y="331927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amount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868680"/>
            <a:ext cx="4114800" cy="4572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868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1371600"/>
            <a:ext cx="4114800" cy="457200"/>
          </a:xfrm>
          <a:prstGeom prst="rect">
            <a:avLst/>
          </a:prstGeom>
          <a:solidFill>
            <a:srgbClr val="2C1A00"/>
          </a:solidFill>
          <a:ln w="6350">
            <a:solidFill>
              <a:srgbClr val="92400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4173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32320" y="14173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of Basic Pay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1847088"/>
            <a:ext cx="4114800" cy="457200"/>
          </a:xfrm>
          <a:prstGeom prst="rect">
            <a:avLst/>
          </a:prstGeom>
          <a:solidFill>
            <a:srgbClr val="1A1000"/>
          </a:solidFill>
          <a:ln w="6350">
            <a:solidFill>
              <a:srgbClr val="92400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89280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Tax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32320" y="189280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Slab-based (₹0–₹200)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2322576"/>
            <a:ext cx="4114800" cy="457200"/>
          </a:xfrm>
          <a:prstGeom prst="rect">
            <a:avLst/>
          </a:prstGeom>
          <a:solidFill>
            <a:srgbClr val="2C1A00"/>
          </a:solidFill>
          <a:ln w="6350">
            <a:solidFill>
              <a:srgbClr val="92400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36829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Tax (TDS)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32320" y="236829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per IT slabs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" y="3931920"/>
            <a:ext cx="8595360" cy="914400"/>
          </a:xfrm>
          <a:prstGeom prst="rect">
            <a:avLst/>
          </a:prstGeom>
          <a:solidFill>
            <a:srgbClr val="132438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Salary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Basic + HRA + DA + TA + Special     </a:t>
            </a:r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Salary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Gross Salary − Total Deductions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Algorithm &amp; Flowchart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(Simplified)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34747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61872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2801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program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627632"/>
            <a:ext cx="34747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627632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6459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Employee Details (ID, Name, Dept)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993392"/>
            <a:ext cx="34747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993392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0116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Basic Pay &amp; Special Allowance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359152"/>
            <a:ext cx="34747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359152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23774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Compute: HRA=40%, DA=10%, TA=5% of Basic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724912"/>
            <a:ext cx="34747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24912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27432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Compute: PF=12% of Basic, PT=Slab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090672"/>
            <a:ext cx="34747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090672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31089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= Basic + HRA + DA + TA + Special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456432"/>
            <a:ext cx="34747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456432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34747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Deductions = PF + PT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822192"/>
            <a:ext cx="34747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822192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" y="38404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Salary = Gross − Deductions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187952"/>
            <a:ext cx="34747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187952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" y="42062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formatted Payslip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553712"/>
            <a:ext cx="34747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553712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" y="45720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/ Process next employee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63440" y="868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Flow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029200" y="1261872"/>
            <a:ext cx="3657600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12618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858000" y="1645920"/>
            <a:ext cx="0" cy="73152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0" y="1719072"/>
            <a:ext cx="3657600" cy="38404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0" y="17190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Employee Details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58000" y="2103120"/>
            <a:ext cx="0" cy="73152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0" y="2176272"/>
            <a:ext cx="3657600" cy="3840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0" y="21762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Payroll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858000" y="2560320"/>
            <a:ext cx="0" cy="73152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29200" y="2633472"/>
            <a:ext cx="3657600" cy="38404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0" y="26334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Gross &amp; Net Salary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858000" y="3017520"/>
            <a:ext cx="0" cy="73152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29200" y="3090672"/>
            <a:ext cx="3657600" cy="38404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0" y="30906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Payslip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858000" y="3474720"/>
            <a:ext cx="0" cy="73152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29200" y="3547872"/>
            <a:ext cx="3657600" cy="38404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0" y="35478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Employee?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858000" y="3931920"/>
            <a:ext cx="0" cy="73152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029200" y="4023360"/>
            <a:ext cx="3657600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0" y="40233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Source Code Highlights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114800" cy="320040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132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Salary.java  —  Constructor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14800" cy="2286000"/>
          </a:xfrm>
          <a:prstGeom prst="rect">
            <a:avLst/>
          </a:prstGeom>
          <a:solidFill>
            <a:srgbClr val="12121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3886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Salary(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basicPay) {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.basicPay = basicPay;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hra = basicPay *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0.40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  = basicPay *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  = basicPay *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pf  = basicPay *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0.12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professionalTax = calculatePT();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3383280"/>
            <a:ext cx="4114800" cy="320040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4107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Salary Method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703320"/>
            <a:ext cx="4114800" cy="1097280"/>
          </a:xfrm>
          <a:prstGeom prst="rect">
            <a:avLst/>
          </a:prstGeom>
          <a:solidFill>
            <a:srgbClr val="12121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74904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double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getNetSalary() {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getGrossSalary()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- getTotalDeductions();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685800"/>
            <a:ext cx="4206240" cy="320040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7132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Concepts Applied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420624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005840"/>
            <a:ext cx="73152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03327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Objects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12618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Employee, Salary, PayrollMain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572768"/>
            <a:ext cx="420624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572768"/>
            <a:ext cx="73152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6002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18288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fields + getters/setters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139696"/>
            <a:ext cx="420624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139696"/>
            <a:ext cx="73152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16712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23957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calculatePT(), getGrossSalary()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706624"/>
            <a:ext cx="420624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2706624"/>
            <a:ext cx="73152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73405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296265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base class extendable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273552"/>
            <a:ext cx="420624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3273552"/>
            <a:ext cx="73152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30098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600" y="352958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input validation (try-catch)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3840480"/>
            <a:ext cx="420624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3840480"/>
            <a:ext cx="73152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86791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&amp; Conditions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00600" y="409651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do-while menu, if-else for PT slabs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4407408"/>
            <a:ext cx="420624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4407408"/>
            <a:ext cx="73152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44348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00600" y="46634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reading from console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Sample Output &amp; Payslip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53035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530352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6868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 — APRIL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 ID: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150876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76479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176479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Rajesh Kumar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02082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202082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27685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227685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587752"/>
            <a:ext cx="51206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6700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296265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Pay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06240" y="296265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₹50,000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172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HRA (40%)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06240" y="317296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₹20,000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33832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(10%)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06240" y="338328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₹5,000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359359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(5%)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06240" y="359359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₹2,500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380390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Allowance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06240" y="380390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₹5,000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995928"/>
            <a:ext cx="5120640" cy="210312"/>
          </a:xfrm>
          <a:prstGeom prst="rect">
            <a:avLst/>
          </a:prstGeom>
          <a:solidFill>
            <a:srgbClr val="F0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01421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Salary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206240" y="401421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₹82,500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0" y="868680"/>
            <a:ext cx="29260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43600" y="868680"/>
            <a:ext cx="292608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8686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035040" y="1508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 (12%)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0" y="1508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₹6,000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035040" y="18745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Tax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0" y="1874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35040" y="2240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Deductions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15200" y="2240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₹6,200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943600" y="2880360"/>
            <a:ext cx="2926080" cy="2011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0" y="3017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SALARY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943600" y="34290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₹76,300</a:t>
            </a:r>
            <a:endParaRPr lang="en-US" sz="3400" dirty="0"/>
          </a:p>
        </p:txBody>
      </p:sp>
      <p:sp>
        <p:nvSpPr>
          <p:cNvPr id="43" name="Text 41"/>
          <p:cNvSpPr/>
          <p:nvPr/>
        </p:nvSpPr>
        <p:spPr>
          <a:xfrm>
            <a:off x="5943600" y="4251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19456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868680"/>
            <a:ext cx="22860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8686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265176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8686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06640" y="868680"/>
            <a:ext cx="13716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0" y="8686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1280160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325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Employee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68880" y="1280160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1325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ID=1001, Name=Rajesh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280160"/>
            <a:ext cx="2651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325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record created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06640" y="128016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13258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1755648"/>
            <a:ext cx="2194560" cy="457200"/>
          </a:xfrm>
          <a:prstGeom prst="rect">
            <a:avLst/>
          </a:prstGeom>
          <a:solidFill>
            <a:srgbClr val="EBF5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180136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Pay Entry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68880" y="1755648"/>
            <a:ext cx="2286000" cy="457200"/>
          </a:xfrm>
          <a:prstGeom prst="rect">
            <a:avLst/>
          </a:prstGeom>
          <a:solidFill>
            <a:srgbClr val="EBF5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14600" y="18013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= ₹50,000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1755648"/>
            <a:ext cx="2651760" cy="457200"/>
          </a:xfrm>
          <a:prstGeom prst="rect">
            <a:avLst/>
          </a:prstGeom>
          <a:solidFill>
            <a:srgbClr val="EBF5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8013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HRA=20k, DA=5k, TA=2.5k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406640" y="1755648"/>
            <a:ext cx="1371600" cy="457200"/>
          </a:xfrm>
          <a:prstGeom prst="rect">
            <a:avLst/>
          </a:prstGeom>
          <a:solidFill>
            <a:srgbClr val="EBF5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52360" y="180136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2231136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27685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 Calculation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468880" y="2231136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14600" y="227685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= ₹50,000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2231136"/>
            <a:ext cx="2651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27685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 = ₹6,000 (12%)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406640" y="2231136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52360" y="227685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2706624"/>
            <a:ext cx="2194560" cy="457200"/>
          </a:xfrm>
          <a:prstGeom prst="rect">
            <a:avLst/>
          </a:prstGeom>
          <a:solidFill>
            <a:srgbClr val="EBF5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275234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Slab (&gt;20k)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468880" y="2706624"/>
            <a:ext cx="2286000" cy="457200"/>
          </a:xfrm>
          <a:prstGeom prst="rect">
            <a:avLst/>
          </a:prstGeom>
          <a:solidFill>
            <a:srgbClr val="EBF5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275234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= ₹50,000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2706624"/>
            <a:ext cx="2651760" cy="457200"/>
          </a:xfrm>
          <a:prstGeom prst="rect">
            <a:avLst/>
          </a:prstGeom>
          <a:solidFill>
            <a:srgbClr val="EBF5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275234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= ₹200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06640" y="2706624"/>
            <a:ext cx="1371600" cy="457200"/>
          </a:xfrm>
          <a:prstGeom prst="rect">
            <a:avLst/>
          </a:prstGeom>
          <a:solidFill>
            <a:srgbClr val="EBF5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52360" y="275234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74320" y="3182112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322783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Salary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468880" y="3182112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14600" y="322783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Gross=82.5k, Ded=6.2k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754880" y="3182112"/>
            <a:ext cx="2651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32278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= ₹76,300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406640" y="3182112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52360" y="32278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74320" y="3657600"/>
            <a:ext cx="2194560" cy="457200"/>
          </a:xfrm>
          <a:prstGeom prst="rect">
            <a:avLst/>
          </a:prstGeom>
          <a:solidFill>
            <a:srgbClr val="EBF5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3703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Input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468880" y="3657600"/>
            <a:ext cx="2286000" cy="457200"/>
          </a:xfrm>
          <a:prstGeom prst="rect">
            <a:avLst/>
          </a:prstGeom>
          <a:solidFill>
            <a:srgbClr val="EBF5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14600" y="3703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salary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754880" y="3657600"/>
            <a:ext cx="2651760" cy="457200"/>
          </a:xfrm>
          <a:prstGeom prst="rect">
            <a:avLst/>
          </a:prstGeom>
          <a:solidFill>
            <a:srgbClr val="EBF5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0600" y="3703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 shown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406640" y="3657600"/>
            <a:ext cx="1371600" cy="457200"/>
          </a:xfrm>
          <a:prstGeom prst="rect">
            <a:avLst/>
          </a:prstGeom>
          <a:solidFill>
            <a:srgbClr val="EBF5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52360" y="37033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74320" y="4133088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" y="41788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 Display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2468880" y="4133088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514600" y="41788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employee data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754880" y="4133088"/>
            <a:ext cx="2651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00600" y="41788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payslip printed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7406640" y="4133088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452360" y="417880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132438"/>
          </a:solidFill>
          <a:ln w="12700">
            <a:solidFill>
              <a:srgbClr val="1324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3891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87782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automates salary computation for organizations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4721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HRA, DA, TA allowances and PF, PT deductions accurately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210312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6654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clear, professional payslips for employees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269748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66090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core OOP concepts: Encapsulation, Classes, Methods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329184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25526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errors and saves HR processing time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388620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84962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through comprehensive test cases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63440" y="2286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663440" y="822960"/>
            <a:ext cx="4206240" cy="594360"/>
          </a:xfrm>
          <a:prstGeom prst="rect">
            <a:avLst/>
          </a:prstGeom>
          <a:solidFill>
            <a:srgbClr val="132438"/>
          </a:solidFill>
          <a:ln w="6350">
            <a:solidFill>
              <a:srgbClr val="1F4E7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822960"/>
            <a:ext cx="73152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85039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(JDBC)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107899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 for payroll history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481328"/>
            <a:ext cx="4206240" cy="594360"/>
          </a:xfrm>
          <a:prstGeom prst="rect">
            <a:avLst/>
          </a:prstGeom>
          <a:solidFill>
            <a:srgbClr val="132438"/>
          </a:solidFill>
          <a:ln w="6350">
            <a:solidFill>
              <a:srgbClr val="1F4E7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1481328"/>
            <a:ext cx="73152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5087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 / JavaFX GUI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17373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interface for easier use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139696"/>
            <a:ext cx="4206240" cy="594360"/>
          </a:xfrm>
          <a:prstGeom prst="rect">
            <a:avLst/>
          </a:prstGeom>
          <a:solidFill>
            <a:srgbClr val="132438"/>
          </a:solidFill>
          <a:ln w="6350">
            <a:solidFill>
              <a:srgbClr val="1F4E7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2139696"/>
            <a:ext cx="73152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16712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Payslip Export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23957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email payslip as PDF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798064"/>
            <a:ext cx="4206240" cy="594360"/>
          </a:xfrm>
          <a:prstGeom prst="rect">
            <a:avLst/>
          </a:prstGeom>
          <a:solidFill>
            <a:srgbClr val="132438"/>
          </a:solidFill>
          <a:ln w="6350">
            <a:solidFill>
              <a:srgbClr val="1F4E7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2798064"/>
            <a:ext cx="73152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82549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Multi-month History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600" y="305409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and view past payroll records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3456432"/>
            <a:ext cx="4206240" cy="594360"/>
          </a:xfrm>
          <a:prstGeom prst="rect">
            <a:avLst/>
          </a:prstGeom>
          <a:solidFill>
            <a:srgbClr val="132438"/>
          </a:solidFill>
          <a:ln w="6350">
            <a:solidFill>
              <a:srgbClr val="1F4E7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3456432"/>
            <a:ext cx="73152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48386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Integration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00600" y="371246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salary to attendance records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4114800"/>
            <a:ext cx="4206240" cy="594360"/>
          </a:xfrm>
          <a:prstGeom prst="rect">
            <a:avLst/>
          </a:prstGeom>
          <a:solidFill>
            <a:srgbClr val="132438"/>
          </a:solidFill>
          <a:ln w="6350">
            <a:solidFill>
              <a:srgbClr val="1F4E7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4114800"/>
            <a:ext cx="73152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414223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Calculator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00600" y="437083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income tax computation with slabs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/>
          <p:nvPr/>
        </p:nvSpPr>
        <p:spPr>
          <a:xfrm>
            <a:off x="0" y="0"/>
            <a:ext cx="183000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8961120" y="0"/>
            <a:ext cx="183000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0" y="0"/>
            <a:ext cx="9144000" cy="915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0" y="5052060"/>
            <a:ext cx="9144000" cy="915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457200" y="1097280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3200400" y="2194560"/>
            <a:ext cx="2743200" cy="54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457200" y="237744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Salary Payroll Processing &amp; Payslip Generation System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457200" y="292608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Presented by: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HARIHARAN D </a:t>
            </a: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|  Guided by: </a:t>
            </a: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Mr.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ARAVIND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457200" y="338328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KG College of Arts and Science  |  April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1371600" y="3840480"/>
            <a:ext cx="6400800" cy="914400"/>
          </a:xfrm>
          <a:prstGeom prst="rect">
            <a:avLst/>
          </a:prstGeom>
          <a:solidFill>
            <a:srgbClr val="13243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1463040" y="3913632"/>
            <a:ext cx="62178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💡 Ready for Questions!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Topics: OOP concepts  |  Salary formulas  |  Java classes  |  Test cases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